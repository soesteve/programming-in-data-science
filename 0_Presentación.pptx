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8" r:id="rId2"/>
    <p:sldId id="265" r:id="rId3"/>
    <p:sldId id="266" r:id="rId4"/>
    <p:sldId id="269" r:id="rId5"/>
    <p:sldId id="268" r:id="rId6"/>
    <p:sldId id="263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85205"/>
  </p:normalViewPr>
  <p:slideViewPr>
    <p:cSldViewPr snapToGrid="0">
      <p:cViewPr varScale="1">
        <p:scale>
          <a:sx n="107" d="100"/>
          <a:sy n="107" d="100"/>
        </p:scale>
        <p:origin x="1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B5D0C-FB89-426A-BDB3-9A7787355CF6}" type="datetimeFigureOut">
              <a:rPr lang="es-ES" smtClean="0"/>
              <a:t>7/9/26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5A5A7-F342-4559-B4C0-B2B5679DF7B9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4752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</a:rPr>
              <a:t>Crear dashboards con R y RStudio para publicar resultados científicos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3772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FF5D-4665-2574-AB2A-64D05F61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545D-42D4-2D15-D875-A9A83EFF0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13A9B-1062-1BEB-93F7-249DCB00B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F0650-1E61-5039-11FA-A4A4FB3A1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598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E2197-B5E4-B24C-A4EA-F1AEC25B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38FA4-0288-095A-549C-D781B3E72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2FD770-44DD-5C33-3AC8-416D96F0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6B19-AA4D-C34D-938C-714B8F8B15BF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71365-5264-1D3C-D3FA-20ADCE76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0474B1-8BEE-8B8C-A756-3984FF34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332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E4E74-2E6B-FA02-9014-E47D6BB2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F58C5-BFFD-1C79-2BD1-ECF47500C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675AA-E590-29C9-F1EC-759950B7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59DBD-4174-E94F-A663-EB0C45B45F3B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7DE8B2-36A3-F598-E6F1-ABFE6576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87D2A-2F23-9195-3428-EFA4E069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62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2E8FC-7CDE-100F-8601-2C7ACC32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7C7E8C-B229-051F-F36A-3C699905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BF7E1-1BEA-9063-9589-B37D72D0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8180-28C2-E245-8C90-A2196D4A8CFE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9B2A8E-564F-EA7B-914C-89BBF450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7C2493-5245-0ED4-5C92-DC9C4E73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824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38651-231F-5C34-60B5-935D3249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ABA13-DA33-B67C-CE72-15716FBB8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586766-3761-283F-164B-D87062EAB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F7929E-149F-720B-C735-01A20780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E487-4F0F-BE41-AD26-99917AD92DF6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B8881-B51D-7FAE-8D3C-4D8DFF56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C77753-1091-0C65-2152-CED432D8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562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B23D0-9699-D2E9-A27D-21055548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18CC9F-37D0-1651-44E3-95C14D8C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528990-F0D1-13A4-3440-16FCF5941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68F5A8-2088-177C-CAA1-F1C43DBA3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2A351A-7691-14FD-D18C-2375835C2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344802-1BF2-CB0E-A6C8-0E54230F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9164-1A58-9C40-8CB1-E774C890570F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111F23-FD99-5273-017C-960DF25D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A83CF4-656D-67FC-BF04-03B0BCE0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296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13E8F-41E6-7A77-ADC5-B2CA631A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23EADA-7889-3D57-A3E0-E20BB7B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3A3E2-45BD-5249-B03F-40F4EBECD0CD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4D924D-247A-0D24-0BC4-CA5AEEE9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36FD14-B266-96DC-15F2-5E3F2731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885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63DDF9-C36A-A7C9-6C3C-C76B7588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305C-E20C-FE4C-900B-3DD9FF3F20F6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2B212-DEC0-F96E-4570-027DF695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3C1CE2-E752-6DE2-1DEE-09A3E4CE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36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74493-AD71-09B9-5551-748C9B42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56E1BB-AA9A-3BAD-BD90-50BAC85C7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986107-EF08-E1E0-0D41-FDBB2D8D3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EA0152-AE04-578F-0075-EE4A6235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7764-809B-A64C-B813-40903E2A4C09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1CB7FA-C6D8-FDC8-C3DA-8BE85B10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3C5367-0E66-D29B-5456-94CDA7D2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853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41596-0307-2723-FF08-89114FA9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FC02D77-224A-B07D-566C-F9976AD73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77ACAA-197B-C1C3-408F-35BB4C93D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ECE3C7-61F0-AF64-0512-1533CA4F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0B16-AC65-FF43-A087-37F80EF88118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34E8A0-2B81-8458-4C60-51AA55C0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07F507-C442-0C47-DF99-C4BBFB4C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568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D660D-A275-EE6F-9AB7-939606D2B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929E9-F850-3A58-1BE1-C4B426B17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F9AB2-5132-DC2B-D45D-99B352F1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DADFD-6972-7C4C-9C20-DC69861E77DE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C3EF0-E994-D444-71E4-F05F874F9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CD642F-7E79-1C7E-633C-B2A4492B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942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A3F4D3-4C29-8365-7AA7-333ED7A65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4ED9CB-577E-5B16-61D6-481B975F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05ED6-E703-84AC-398E-B43ED461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052B-ADA0-344C-A915-E46137EFB71E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105FF3-97B6-15D2-12D0-34DACC87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672C9-5ED5-97DF-72C9-3B118421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781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9CEBF3-2197-2D98-7D8B-428831DC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649199-4B79-A17E-6EF8-2CD47331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7CA53-799B-6C57-BBCF-939CEEA2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5CB91-F307-9A4B-ABA1-A6A8BA250802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0E1D95-5605-C4E5-CE8D-1009B32E2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DDDF9D-11E3-8F45-57FC-BD0CF267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81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m.es/muc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cm.es/estudios/master-comercioelectronico-plan-60697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m.es/estudios/master-comercioelectronico-plan-60697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ucm.es/prof-sonia-estvez-martn" TargetMode="External"/><Relationship Id="rId2" Type="http://schemas.openxmlformats.org/officeDocument/2006/relationships/hyperlink" Target="mailto:soesteve@ucm.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B87C619C-EBAB-488E-96B9-153AA4C9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30DA1C1-36FD-41D8-9826-EE797BF39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5331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29392" y="815009"/>
            <a:ext cx="5878286" cy="2319127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DISEÑO WEB, </a:t>
            </a:r>
            <a:b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TECNOLOGÍAS DE INTERNET </a:t>
            </a:r>
            <a:b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 REDES DE COMUNICACIÓN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8460CAE-24BB-A40D-2344-236FBA5B5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473" y="3340939"/>
            <a:ext cx="6081713" cy="2662693"/>
          </a:xfrm>
        </p:spPr>
        <p:txBody>
          <a:bodyPr>
            <a:normAutofit/>
          </a:bodyPr>
          <a:lstStyle/>
          <a:p>
            <a:pPr algn="l"/>
            <a:endParaRPr lang="es-ES" dirty="0">
              <a:solidFill>
                <a:srgbClr val="FFFFFF"/>
              </a:solidFill>
            </a:endParaRPr>
          </a:p>
          <a:p>
            <a:pPr algn="l"/>
            <a:r>
              <a:rPr lang="es-ES" dirty="0">
                <a:solidFill>
                  <a:srgbClr val="FFFFFF"/>
                </a:solidFill>
              </a:rPr>
              <a:t>Sonia Estévez Martín</a:t>
            </a:r>
          </a:p>
          <a:p>
            <a:pPr algn="l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97" name="sketch line">
            <a:extLst>
              <a:ext uri="{FF2B5EF4-FFF2-40B4-BE49-F238E27FC236}">
                <a16:creationId xmlns:a16="http://schemas.microsoft.com/office/drawing/2014/main" id="{35BC54F7-1315-4D6C-9420-A5BF0CDD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4252192"/>
            <a:ext cx="4056549" cy="18288"/>
          </a:xfrm>
          <a:custGeom>
            <a:avLst/>
            <a:gdLst>
              <a:gd name="csX0" fmla="*/ 0 w 4056549"/>
              <a:gd name="csY0" fmla="*/ 0 h 18288"/>
              <a:gd name="csX1" fmla="*/ 676092 w 4056549"/>
              <a:gd name="csY1" fmla="*/ 0 h 18288"/>
              <a:gd name="csX2" fmla="*/ 1271052 w 4056549"/>
              <a:gd name="csY2" fmla="*/ 0 h 18288"/>
              <a:gd name="csX3" fmla="*/ 1947144 w 4056549"/>
              <a:gd name="csY3" fmla="*/ 0 h 18288"/>
              <a:gd name="csX4" fmla="*/ 2501539 w 4056549"/>
              <a:gd name="csY4" fmla="*/ 0 h 18288"/>
              <a:gd name="csX5" fmla="*/ 3137065 w 4056549"/>
              <a:gd name="csY5" fmla="*/ 0 h 18288"/>
              <a:gd name="csX6" fmla="*/ 4056549 w 4056549"/>
              <a:gd name="csY6" fmla="*/ 0 h 18288"/>
              <a:gd name="csX7" fmla="*/ 4056549 w 4056549"/>
              <a:gd name="csY7" fmla="*/ 18288 h 18288"/>
              <a:gd name="csX8" fmla="*/ 3380458 w 4056549"/>
              <a:gd name="csY8" fmla="*/ 18288 h 18288"/>
              <a:gd name="csX9" fmla="*/ 2663801 w 4056549"/>
              <a:gd name="csY9" fmla="*/ 18288 h 18288"/>
              <a:gd name="csX10" fmla="*/ 2068840 w 4056549"/>
              <a:gd name="csY10" fmla="*/ 18288 h 18288"/>
              <a:gd name="csX11" fmla="*/ 1311618 w 4056549"/>
              <a:gd name="csY11" fmla="*/ 18288 h 18288"/>
              <a:gd name="csX12" fmla="*/ 716657 w 4056549"/>
              <a:gd name="csY12" fmla="*/ 18288 h 18288"/>
              <a:gd name="csX13" fmla="*/ 0 w 4056549"/>
              <a:gd name="csY13" fmla="*/ 18288 h 18288"/>
              <a:gd name="csX14" fmla="*/ 0 w 4056549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E4786-325E-6177-227A-09E3A9BF9135}"/>
              </a:ext>
            </a:extLst>
          </p:cNvPr>
          <p:cNvSpPr txBox="1"/>
          <p:nvPr/>
        </p:nvSpPr>
        <p:spPr>
          <a:xfrm>
            <a:off x="8046814" y="4270480"/>
            <a:ext cx="3679776" cy="110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Máster Universitario en Comercio Electrónico</a:t>
            </a:r>
            <a:endParaRPr lang="es-E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0CBC7-4264-739F-DEB2-93CA56495BA6}"/>
              </a:ext>
            </a:extLst>
          </p:cNvPr>
          <p:cNvSpPr txBox="1"/>
          <p:nvPr/>
        </p:nvSpPr>
        <p:spPr>
          <a:xfrm>
            <a:off x="8210798" y="1328840"/>
            <a:ext cx="3351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Presentación</a:t>
            </a:r>
            <a:endParaRPr lang="es-ES_tradnl" dirty="0"/>
          </a:p>
        </p:txBody>
      </p:sp>
      <p:pic>
        <p:nvPicPr>
          <p:cNvPr id="9" name="Picture 8" descr="A logo of a university&#10;&#10;Description automatically generated">
            <a:extLst>
              <a:ext uri="{FF2B5EF4-FFF2-40B4-BE49-F238E27FC236}">
                <a16:creationId xmlns:a16="http://schemas.microsoft.com/office/drawing/2014/main" id="{726333BB-17CC-375C-C724-DD9AE13E90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058" y="1754485"/>
            <a:ext cx="1790148" cy="2046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B3387C-0CB8-A442-4434-5AC7A5064DF8}"/>
              </a:ext>
            </a:extLst>
          </p:cNvPr>
          <p:cNvSpPr txBox="1"/>
          <p:nvPr/>
        </p:nvSpPr>
        <p:spPr>
          <a:xfrm>
            <a:off x="7973604" y="6210971"/>
            <a:ext cx="382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Universidad Complutense de Madrid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106D40-5140-520E-ABAE-E2111D8C82D2}"/>
              </a:ext>
            </a:extLst>
          </p:cNvPr>
          <p:cNvSpPr txBox="1"/>
          <p:nvPr/>
        </p:nvSpPr>
        <p:spPr>
          <a:xfrm>
            <a:off x="797851" y="1083709"/>
            <a:ext cx="10596296" cy="53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https://www.ucm.es/estudios/master-comercioelectronico-plan-606972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40E0509-8392-8F64-6F84-F56DEF5E15CC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Ficha docente</a:t>
            </a:r>
            <a:endParaRPr lang="en-US" sz="2200" kern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2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AD9E9-21AC-7BE1-D247-0AE2196940D2}"/>
              </a:ext>
            </a:extLst>
          </p:cNvPr>
          <p:cNvSpPr txBox="1"/>
          <p:nvPr/>
        </p:nvSpPr>
        <p:spPr>
          <a:xfrm>
            <a:off x="797851" y="1970261"/>
            <a:ext cx="10555949" cy="442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Contenidos</a:t>
            </a:r>
            <a:endParaRPr lang="en-GB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I. La terminología básica de la web.-- Lenguajes, protocolos, formatos.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La evolución de la web.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Nuevas tendencias en el diseño web.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II. Arquitectura y lenguajes de la web. 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Instalar un servidor web.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Escribir pequeñas páginas web desde cero con HTML + CSS 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III. CMS</a:t>
            </a:r>
          </a:p>
        </p:txBody>
      </p:sp>
    </p:spTree>
    <p:extLst>
      <p:ext uri="{BB962C8B-B14F-4D97-AF65-F5344CB8AC3E}">
        <p14:creationId xmlns:p14="http://schemas.microsoft.com/office/powerpoint/2010/main" val="166546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106D40-5140-520E-ABAE-E2111D8C82D2}"/>
              </a:ext>
            </a:extLst>
          </p:cNvPr>
          <p:cNvSpPr txBox="1"/>
          <p:nvPr/>
        </p:nvSpPr>
        <p:spPr>
          <a:xfrm>
            <a:off x="863392" y="1072478"/>
            <a:ext cx="10596296" cy="103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https://www.ucm.es/estudios/master-comercioelectronico-plan-606972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40E0509-8392-8F64-6F84-F56DEF5E15CC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Ficha docente</a:t>
            </a:r>
            <a:endParaRPr lang="en-US" sz="2200" kern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3</a:t>
            </a:fld>
            <a:endParaRPr lang="es-E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6EA0FB-9347-0AE1-9CAD-0AE518381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522952"/>
              </p:ext>
            </p:extLst>
          </p:nvPr>
        </p:nvGraphicFramePr>
        <p:xfrm>
          <a:off x="748620" y="1965036"/>
          <a:ext cx="10534425" cy="411784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717148">
                  <a:extLst>
                    <a:ext uri="{9D8B030D-6E8A-4147-A177-3AD203B41FA5}">
                      <a16:colId xmlns:a16="http://schemas.microsoft.com/office/drawing/2014/main" val="2650169765"/>
                    </a:ext>
                  </a:extLst>
                </a:gridCol>
                <a:gridCol w="5817277">
                  <a:extLst>
                    <a:ext uri="{9D8B030D-6E8A-4147-A177-3AD203B41FA5}">
                      <a16:colId xmlns:a16="http://schemas.microsoft.com/office/drawing/2014/main" val="2327656352"/>
                    </a:ext>
                  </a:extLst>
                </a:gridCol>
              </a:tblGrid>
              <a:tr h="7496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Evaluación</a:t>
                      </a: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116280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Pruebas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orales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y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escritas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: 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Pruebas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escritas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que se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harán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durante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el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curso</a:t>
                      </a:r>
                      <a:endParaRPr lang="es-ES_tradnl" sz="22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015839"/>
                  </a:ext>
                </a:extLst>
              </a:tr>
              <a:tr h="981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Trabajos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informes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: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entregarán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a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través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informes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o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documentación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de las webs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realizadas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durante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el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curso</a:t>
                      </a: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52845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clase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: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Asistencia a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clase</a:t>
                      </a:r>
                      <a:endParaRPr lang="en-GB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3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44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517D-57A2-09E9-5897-41503974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04991D97-4430-9864-7032-8AC2EB07DFC3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Evaluación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9F14F-0911-1909-6183-59243545B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4</a:t>
            </a:fld>
            <a:endParaRPr lang="es-E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39398A-9414-74AE-923E-B9738E71C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717622"/>
              </p:ext>
            </p:extLst>
          </p:nvPr>
        </p:nvGraphicFramePr>
        <p:xfrm>
          <a:off x="923789" y="1305946"/>
          <a:ext cx="10430012" cy="437824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268201">
                  <a:extLst>
                    <a:ext uri="{9D8B030D-6E8A-4147-A177-3AD203B41FA5}">
                      <a16:colId xmlns:a16="http://schemas.microsoft.com/office/drawing/2014/main" val="2650169765"/>
                    </a:ext>
                  </a:extLst>
                </a:gridCol>
                <a:gridCol w="1947553">
                  <a:extLst>
                    <a:ext uri="{9D8B030D-6E8A-4147-A177-3AD203B41FA5}">
                      <a16:colId xmlns:a16="http://schemas.microsoft.com/office/drawing/2014/main" val="2327656352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425386228"/>
                    </a:ext>
                  </a:extLst>
                </a:gridCol>
                <a:gridCol w="3041074">
                  <a:extLst>
                    <a:ext uri="{9D8B030D-6E8A-4147-A177-3AD203B41FA5}">
                      <a16:colId xmlns:a16="http://schemas.microsoft.com/office/drawing/2014/main" val="3377167700"/>
                    </a:ext>
                  </a:extLst>
                </a:gridCol>
              </a:tblGrid>
              <a:tr h="7496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8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Porcentajes</a:t>
                      </a:r>
                      <a:endParaRPr lang="es-ES_tradnl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s-ES_tradnl" sz="18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Contenido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Puntos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s-ES_tradnl" sz="18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Resumen de puntos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116280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Test: 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html +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css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 puntos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16 puntos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 puntos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015839"/>
                  </a:ext>
                </a:extLst>
              </a:tr>
              <a:tr h="981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Entregas</a:t>
                      </a: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CV: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html +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css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Sites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Wordpress</a:t>
                      </a:r>
                      <a:endParaRPr lang="es-ES_tradnl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ES_tradnl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</a:t>
                      </a: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puntos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21 puntos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37 puntos</a:t>
                      </a:r>
                      <a:endParaRPr lang="es-ES_tradnl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66 puntos</a:t>
                      </a:r>
                      <a:endParaRPr lang="es-ES_tradnl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52845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Asistencia a </a:t>
                      </a:r>
                      <a:r>
                        <a:rPr lang="en-GB" sz="18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clase</a:t>
                      </a: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: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</a:t>
                      </a: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puntos</a:t>
                      </a:r>
                      <a:endParaRPr lang="en-GB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puntos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3073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100 puntos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124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577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65D05F-6072-4B4E-9981-AFD8EE10E93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Forma libre: forma 2">
            <a:extLst>
              <a:ext uri="{FF2B5EF4-FFF2-40B4-BE49-F238E27FC236}">
                <a16:creationId xmlns:a16="http://schemas.microsoft.com/office/drawing/2014/main" id="{5BD23415-8DCC-89B4-3F32-6E35B17C48B2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Profesora</a:t>
            </a:r>
            <a:endParaRPr lang="en-US" sz="22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2E343-3BAF-7F28-E165-4F18BEFF9B38}"/>
              </a:ext>
            </a:extLst>
          </p:cNvPr>
          <p:cNvSpPr txBox="1"/>
          <p:nvPr/>
        </p:nvSpPr>
        <p:spPr>
          <a:xfrm>
            <a:off x="1270660" y="2164579"/>
            <a:ext cx="9342911" cy="33247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200000"/>
              </a:lnSpc>
              <a:defRPr b="1"/>
            </a:lvl1pPr>
          </a:lstStyle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Sonia Estévez Martín</a:t>
            </a: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Despacho: 412 de la facultad de informática</a:t>
            </a: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Tutorías: solicitar escribiendo a </a:t>
            </a: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soesteve@ucm.es</a:t>
            </a:r>
            <a:endParaRPr lang="es-ES" sz="2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web: </a:t>
            </a:r>
            <a:r>
              <a:rPr lang="en-GB" sz="2200" b="0" i="0" dirty="0">
                <a:solidFill>
                  <a:srgbClr val="1155C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https://sites.google.com/ucm.es/prof-sonia-estvez-martn</a:t>
            </a:r>
            <a:endParaRPr lang="en-ES" sz="2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14FACDD-DA42-2B3A-E787-F134F76D8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6600" dirty="0"/>
              <a:t>Fin de la presentación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FA42B96-EAFB-929C-B187-4D543AB254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70779" t="-370779" r="-370779" b="-370779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6231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66">
        <p:fade/>
      </p:transition>
    </mc:Choice>
    <mc:Fallback xmlns="">
      <p:transition spd="med" advTm="7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1573</TotalTime>
  <Words>270</Words>
  <Application>Microsoft Macintosh PowerPoint</Application>
  <PresentationFormat>Widescreen</PresentationFormat>
  <Paragraphs>62</Paragraphs>
  <Slides>6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Verdana</vt:lpstr>
      <vt:lpstr>Tema de Office</vt:lpstr>
      <vt:lpstr>DISEÑO WEB,  TECNOLOGÍAS DE INTERNET  Y REDES DE COMUNICACIÓN</vt:lpstr>
      <vt:lpstr>PowerPoint Presentation</vt:lpstr>
      <vt:lpstr>PowerPoint Presentation</vt:lpstr>
      <vt:lpstr>PowerPoint Presentation</vt:lpstr>
      <vt:lpstr>PowerPoint Presentation</vt:lpstr>
      <vt:lpstr>Fin de la presentación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Crear dashboards con R y RStudio para publicar resultados científicos</dc:title>
  <dc:creator>SONIA ESTEVEZ MARTIN</dc:creator>
  <cp:lastModifiedBy>SONIA ESTEVEZ MARTIN</cp:lastModifiedBy>
  <cp:revision>36</cp:revision>
  <dcterms:created xsi:type="dcterms:W3CDTF">2024-02-26T11:23:01Z</dcterms:created>
  <dcterms:modified xsi:type="dcterms:W3CDTF">2026-09-07T15:08:48Z</dcterms:modified>
</cp:coreProperties>
</file>